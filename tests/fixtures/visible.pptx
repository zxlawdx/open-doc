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Teste Open Doc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2743200" cy="1828800"/>
          </a:xfrm>
          <a:prstGeom prst="rect">
            <a:avLst/>
          </a:prstGeom>
          <a:solidFill>
            <a:srgbClr val="0046D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371600"/>
            <a:ext cx="18288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Segundo slide — conteúdo local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640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914400">
                <a:tc>
                  <a:txBody>
                    <a:bodyPr/>
                    <a:lstStyle/>
                    <a:p>
                      <a:r>
                        <a:t>Célula 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Célula 1/2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Célula 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Célula 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